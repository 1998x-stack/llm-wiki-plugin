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深度拆解携程智能客服的OKR体系，探讨其从集团战略到一线执行的全链路目标管理实践。这份拆解将帮助我们理解，一个大型企业如何通过有效的目标管理，将AI技术成功落地于客服业务，实现体验升级与降本增效的双重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四个部分。首先，我们将了解携程智能客服的整体战略定位和业务全景；其次，深入探讨其组织架构与团队分工；接着，也是本次分享的重点，我们将详细拆解其从集团到个人的全链路OKR体系；最后，分析其OKR落地的保障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首先，我们来看第一部分：携程智能客服的整体战略定位与业务全景。携程的目标是以AI技术为核心，打造一个覆盖旅游全场景、全链路的智能化服务体系，这是其所有业务和目标的出发点。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携程智能客服的顶层战略目标非常清晰，主要分为两个方面：一是“体验标杆”，即让AI的服务能力无限接近甚至超越人工；二是“生态赋能”，即将服务能力产品化，对内提效，对外赋能，构建服务生态壁垒。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两大战略目标，携程智能客服构建了三大核心业务板块：面向C端用户的智能服务，提升用户体验；面向内部坐席的提效赋能，优化运营成本；以及面向B端生态的开放服务，实现能力的商业化输出。这三个板块构成了其完整的业务布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具体业务落地层面，携程按照核心营收板块，将智能客服垂直化深耕为五大业务线，包括酒店、交通票务、度假、商旅管理和国际化。每条业务线都针对其独特的场景和需求，配置了专属的团队和解决方案，确保服务的专业性和针对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接下来，我们进入第二部分，探讨携程智能客服的组织架构与团队分工。一个清晰、高效的组织架构是战略目标得以实现的关键保障。携程采用的是“中台能力+业务线专属团队”的矩阵式架构。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智能客服体系隶属于客户服务事业群，核心下设六大一级部门：算法研发中心作为技术引擎，产品与工程研发部负责产品实现，业务线算法小组负责场景落地，数据分析部提供数据支撑，运营与服务管理部保障执行闭环，商家与生态合作部负责对外赋能。这个架构清晰地划分了权责，确保了技术、产品、运营和商务的协同运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作为核心技术部门，算法研发中心内部又细分为五个专项小组，分别负责NLP、对话系统、语音算法、数据智能和大模型研发。每个小组职责明确，产出清晰，共同构成了携程智能客服强大的技术能力底座。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现在，我们进入本次分享的核心部分：携程智能客服OKR的全链路深度拆解。携程的OKR体系遵循“纵向对齐、横向协同”的原则，实现了从集团到个人的五级拆解，确保了战略目标的层层传递和有效落地。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携程OKR拆解的核心原则非常简单，但至关重要，那就是“纵向对齐、横向协同”。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纵向对齐。这意味着每一个层级的目标都必须紧密承接上一层级的关键结果。例如，如果公司级的一个KR是“提升用户满意度至4.8分”，那么产品、技术、运营等下一级的O就应该围绕如何达成这个4.8分来制定。这样确保了目标的层层穿透，从上到下方向一致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横向协同。在同一个层级中，不同部门的OKR不能是孤立的。市场部的获客目标需要得到产品部体验优化的支撑，技术部的系统稳定性目标是支撑所有业务部门开展工作的基础。这种横向的拉通，能打破部门墙，避免资源浪费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通过这两个原则，我们最终要实现的是“全员目标一致、力出一孔”，让整个组织的力量都朝着同一个方向努力。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OKR的第一层是集团级，它锚定了整个智能客服体系的战略方向，聚焦于体验、效率和生态三大核心。这个层级的OKR只设定终点，不定路径，为下一级的部门拆解留出了空间。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第二层是事业群级OKR，它将集团的战略目标拆解为两个具体的执行目标：一是打造极致的用户自助服务体系，二是构建统一的智能服务智能体。每个目标下都有明确的关键结果，直接承接了集团级的KR。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层是部门级OKR。以算法研发中心为例，它承接了事业群关于算法能力升级和统一智能体架构的目标，将其拆解为持续迭代核心算法和打造统一算法中台两个具体目标，并设定了可量化的关键结果，如模型迭代次数、准确率提升目标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样在部门级，酒店业务线算法小组作为一线执行团队，其OKR更加聚焦于具体的业务场景。他们的目标是深耕酒店业务，将自助率提升至88%，并针对核心场景的对话完成率、商家服务等设定了明确的指标，确保算法能力能够真正解决业务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运营与服务管理部的OKR则侧重于执行保障，确保算法和产品的成果能够有效落地。他们的目标包括维护知识库的准确性、监控核心指标、优化服务流程以及提升坐席的服务效率和质量，是整个OKR体系得以实现的重要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层是业务线级的差异化OKR。携程非常明智地拒绝了“一刀切”的平均主义，根据不同业务线的场景特性和成熟度，制定了差异化的目标。例如，标准化程度高的机票业务线，自助率目标更高；而非标复杂的度假业务线，则更注重多轮对话能力的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层是个人级OKR。目标拆解到这里，已经具体到每一位员工的日常工作。无论是算法工程师、产品经理还是运营专员，他们的个人目标都直接与上一级团队的关键结果挂钩，让每个人都清楚地知道自己的工作如何为公司的整体战略贡献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有了清晰的目标和拆解，还需要有效的保障机制来确保OKR的落地执行。接下来，我们将探讨携程OKR落地的三大保障机制。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大保障机制分别是：纵向对齐与横向协同，确保目标从上到下一致，部门之间协作顺畅；全周期的复盘迭代机制，通过定期回顾和调整，保证执行方向的正确性；以及A/B实验与数据驱动机制，用数据说话，确保每一次优化都能带来实际效果。这三者共同构成了携程OKR体系能够有效落地的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。通过对携程智能客服OKR体系的拆解，我们可以看到，AI在企业中成功落地的关键，往往不在于技术本身有多么先进，而在于是否有一套有效的目标管理体系。OKR正是这样一种工具，它通过清晰的目标、明确的分工和有效的保障机制，让组织中的每一个人都朝着同一个方向努力，最终实现战略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我的分享到此结束，感谢大家的观看！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notesSlides/notesSlide6.xml" Type="http://schemas.openxmlformats.org/officeDocument/2006/relationships/notesSlid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4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notesSlides/notesSlide8.xml" Type="http://schemas.openxmlformats.org/officeDocument/2006/relationships/notesSlid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notesSlides/notesSlide9.xml" Type="http://schemas.openxmlformats.org/officeDocument/2006/relationships/notesSlid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4.jpeg" Type="http://schemas.openxmlformats.org/officeDocument/2006/relationships/imag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7.png" Type="http://schemas.openxmlformats.org/officeDocument/2006/relationships/image"/><Relationship Id="rId3" Target="../media/image68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notesSlides/notesSlide15.xml" Type="http://schemas.openxmlformats.org/officeDocument/2006/relationships/notes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7.xml" Type="http://schemas.openxmlformats.org/officeDocument/2006/relationships/notesSlid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77.png" Type="http://schemas.openxmlformats.org/officeDocument/2006/relationships/image"/><Relationship Id="rId5" Target="../media/image78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8.xml" Type="http://schemas.openxmlformats.org/officeDocument/2006/relationships/notesSlid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81.png" Type="http://schemas.openxmlformats.org/officeDocument/2006/relationships/image"/><Relationship Id="rId7" Target="../media/image82.svg" Type="http://schemas.openxmlformats.org/officeDocument/2006/relationships/image"/><Relationship Id="rId8" Target="../media/image83.png" Type="http://schemas.openxmlformats.org/officeDocument/2006/relationships/image"/><Relationship Id="rId9" Target="../media/image8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4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85.png" Type="http://schemas.openxmlformats.org/officeDocument/2006/relationships/image"/><Relationship Id="rId6" Target="../media/image86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87.png" Type="http://schemas.openxmlformats.org/officeDocument/2006/relationships/image"/><Relationship Id="rId7" Target="../media/image88.svg" Type="http://schemas.openxmlformats.org/officeDocument/2006/relationships/image"/><Relationship Id="rId8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9.jpeg" Type="http://schemas.openxmlformats.org/officeDocument/2006/relationships/image"/><Relationship Id="rId3" Target="../notesSlides/notesSlide22.xml" Type="http://schemas.openxmlformats.org/officeDocument/2006/relationships/notesSlide"/><Relationship Id="rId4" Target="../media/image9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286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携程智能客服OKR体系深度拆解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429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从战略到执行的全链路目标管理实践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A0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1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02000" y="1397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556000" y="17018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127500" y="17145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17145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整体战略定位与业务全景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02000" y="2540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56000" y="28448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127500" y="28575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28575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组织架构与团队分工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02000" y="3683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556000" y="39878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127500" y="40005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40005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OKR全链路深度拆解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302000" y="4826000"/>
            <a:ext cx="762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556000" y="51308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4127500" y="5143500"/>
            <a:ext cx="63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826000" y="51435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OKR落地保障机制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21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90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 spc="400">
                <a:solidFill>
                  <a:srgbClr val="00B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23495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整体战略定位与业务全景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175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55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以AI技术为核心，打造覆盖旅游全场景、全链路的智能化服务体系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两大核心战略目标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095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2057400"/>
            <a:ext cx="368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体验标杆目标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7305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实现初始化风格、回复流程、简化程度、推理能力全面向人工客服对齐，打造媲美甚至超越人工的标准化、高确定性服务体验。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2095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366000" y="2057400"/>
            <a:ext cx="368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生态赋能目标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31000" y="2730500"/>
            <a:ext cx="4318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整合全栈智能化产品能力，打造统一的服务智能体，不仅服务携程内部全业务线，同时向合作平台、供应商、商家开放，实现服务能力的商业化与生态化输出。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B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6629400"/>
            <a:ext cx="10668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B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INTELLIGENT SERVICE STRATEGY 2024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三大核心业务板块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54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C端用户智能服务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87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服务对象：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携程平台个人用户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2870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覆盖酒店、机票、度假等全流程售前售后及应急保障。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5052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提升自助服务效率，缩短解决时长，优化全流程体验。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1651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1905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56200" y="1854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内部客服提效赋能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48200" y="2413000"/>
            <a:ext cx="287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服务对象：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1.6万+人工客服坐席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48200" y="2794000"/>
            <a:ext cx="2870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智能推荐、话术指引、工单生成、智能质检与培训。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48200" y="35052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降低重复劳动，提升服务效率与质量，优化人力成本。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6400" y="1651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190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788400" y="1854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B端生态开放服务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80400" y="2413000"/>
            <a:ext cx="2870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服务对象：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合作平台、供应商、商家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80400" y="2794000"/>
            <a:ext cx="2870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商家IM回复、订单自动处理、标准API及定制方案。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80400" y="3505200"/>
            <a:ext cx="2870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赋能合作方提效降本，构建携程服务生态壁垒。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461000"/>
            <a:ext cx="106426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5588000"/>
            <a:ext cx="1013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构建“用户-员工-合作伙伴”三位一体的智能服务生态体系，全面驱动业务增长与体验升级。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52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核心业务线细分布局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272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87500" y="1587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酒店业务线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29000" y="1625600"/>
            <a:ext cx="7747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携程第一大营收板块，覆盖酒店预订咨询、入住政策解读、退改规则处理、售后投诉协调、发票开具指引全流程。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638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87500" y="25273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交通票务线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29000" y="2565400"/>
            <a:ext cx="7747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含机票、火车票、汽车票业务，核心覆盖航班动态查询、退改签办理、行李政策解读、值机指引、航班延误应急处理。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4036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6068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87500" y="34671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度假业务线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29000" y="3505200"/>
            <a:ext cx="7747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覆盖跟团游、自由行、定制游等产品，核心解决行程咨询、签证办理、目的地服务、团期确认、行中保障等非标问题。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434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5466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87500" y="44069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商旅管理线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429000" y="4445000"/>
            <a:ext cx="7747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服务企业差旅客户，核心覆盖差旅政策解读、预订审批流程、报销对接、差旅成本管控咨询。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283200"/>
            <a:ext cx="10668000" cy="812800"/>
          </a:xfrm>
          <a:prstGeom prst="roundRect">
            <a:avLst>
              <a:gd name="adj" fmla="val 156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4864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87500" y="53467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国际化业务线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429000" y="5384800"/>
            <a:ext cx="7747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服务全球用户，覆盖25种核心语种，核心解决跨境出行规则、海外目的地服务、多语言实时翻译、国际支付咨询等场景。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581400" y="2159000"/>
            <a:ext cx="5029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组织架构与团队分工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3175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中台能力+业务线专属团队的矩阵式组织架构，完整覆盖研发、算法、运营、商务全链路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6350000"/>
            <a:ext cx="12192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81000"/>
            <a:ext cx="3022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整体部门架构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587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524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算法研发中心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1968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事业群核心技术部门，约30人规模，负责全栈算法能力研发与迭代。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3970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1587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953000" y="1524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产品与工程研发部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1968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负责智能客服全场景产品设计、前后端系统研发、架构搭建与稳定性保障。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3970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91500" y="1587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572500" y="1524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业务线算法小组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1968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约10人规模，垂直负责酒店业务智能客服机器人、语音客服及坐席辅助工具落地。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1750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3365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33500" y="3302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3746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负责全链路指标监控、效果归因分析、A/B实验评估、业务数据洞察。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81500" y="31750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572000" y="3365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4953000" y="3302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运营与服务管理部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72000" y="3746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负责知识库维护、坐席培训、服务质量管控、用户反馈闭环、SOP流程优化。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01000" y="3175000"/>
            <a:ext cx="3429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191500" y="33655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572500" y="3302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商家与生态合作部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91500" y="3746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负责智能服务能力对外商业化落地、合作方拓展、商家运营、行业解决方案输出。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381000" cy="381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524000" y="5080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架构协同机制：</a:t>
            </a:r>
            <a:r>
              <a:rPr lang="en-US" b="false" i="false" strike="noStrike" u="none" sz="15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六大部门权责清晰，技术引擎（算法）、产品实现、场景落地、数据支撑、运营闭环与对外赋能形成高效协同，确保智能客服体系的持续进化与商业价值最大化。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603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核心算法团队细分职责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263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B0B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77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算法小组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667000" y="13970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核心职责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04000" y="1397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核心产出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7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19812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71600" y="1879600"/>
            <a:ext cx="1295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NLP算法小组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67000" y="18796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自然语言理解、意图识别、槽位填充、语义匹配、知识图谱构建、文本挖掘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1879600"/>
            <a:ext cx="406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意图识别模型、语义匹配算法、旅游领域知识图谱、客服对话文本挖掘体系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266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89000" y="28702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71600" y="2768600"/>
            <a:ext cx="1295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对话系统小组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667000" y="27686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多轮对话引擎研发、QA Bot/Task Bot迭代、对话策略优化、大模型生成式对话落地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768600"/>
            <a:ext cx="406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多轮对话管理系统、场景化对话机器人、大模型客服场景适配方案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556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89000" y="37592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71600" y="3657600"/>
            <a:ext cx="1295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语音算法小组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667000" y="36576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电话语音客服机器人研发、ASR/TTS优化、语音语义联合理解、降噪算法迭代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3657600"/>
            <a:ext cx="406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语音客服机器人、实时语音翻译系统、电话线路语音优化方案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445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89000" y="46482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71600" y="4546600"/>
            <a:ext cx="1295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数据智能小组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667000" y="45466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用户行为挖掘、指标归因模型、效果预测算法、A/B实验体系搭建、智能质检算法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04000" y="4546600"/>
            <a:ext cx="406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全链路指标监控体系、A/B实验平台、智能质检系统、效果归因模型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89000" y="5537200"/>
            <a:ext cx="355600" cy="3556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1371600" y="5435600"/>
            <a:ext cx="1295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大模型研发小组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667000" y="5435600"/>
            <a:ext cx="381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携程问道垂直大模型在客服场景的落地、生成式回复合规性管控、长尾场景覆盖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04000" y="5435600"/>
            <a:ext cx="406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客服垂直大模型、生成式对话引擎、合规性校验系统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778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 spc="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286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OKR全链路深度拆解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238500"/>
            <a:ext cx="762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100000"/>
                </a:srgbClr>
              </a:gs>
              <a:gs pos="100000">
                <a:srgbClr val="B4E6FF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纵向对齐、横向协同，从集团战略到一线执行的五级拆解逻辑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52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OKR拆解核心原则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286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22225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纵向对齐 (Vertical)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9845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下一级的目标（O）完全承接上一级的关键结果（KR），确保目标层层穿透。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905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2286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493000" y="22225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横向协同 (Horizontal)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31000" y="29845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同级部门与团队之间目标相互支撑，打破部门墙，形成合力，避免孤岛效应。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44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4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143000" y="4762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032000" y="4635500"/>
            <a:ext cx="901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最终目标：</a:t>
            </a:r>
            <a:r>
              <a:rPr lang="en-US" b="false" i="false" strike="noStrike" u="none" sz="20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确保全员目标一致、力出一孔，让组织的每一份努力都服务于共同的战略愿景。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5537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第一层：集团级OKR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524000"/>
            <a:ext cx="952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Objective：</a:t>
            </a: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以AI驱动服务体验升级与运营效率革命，打造全球领先的旅游服务智能体系，巩固核心服务竞争力。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0B0B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921000"/>
            <a:ext cx="419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KR1：智能自助解决率提升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全平台用户咨询智能自助解决率提升至85%以上，人工处理占比降至20%以内。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794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0B0B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3048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85000" y="2921000"/>
            <a:ext cx="419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KR2：客服效率与成本优化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智能客服日均节约10000+小时，年度客服人力成本优化率不低于15%。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572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0B0B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826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4699000"/>
            <a:ext cx="419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KR3：用户体验满意度提升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全平台CSAT提升至92%以上，用户咨询20秒内极速响应率达到95%以上。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572000"/>
            <a:ext cx="5207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B0B0B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77000" y="4826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4699000"/>
            <a:ext cx="419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KR4：商业化落地与生态增长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完成智能服务商业化落地，合作平台数量翻倍，合作方效率平均提升30%以上。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603504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第二层：事业群级OKR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1435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651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587500"/>
            <a:ext cx="4254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O1：打造极致智能的用户自助服务体系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463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实现全业务线服务能力向人工级对齐，提升用户服务体验与自助效率。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418" flipH="false" flipV="false">
            <a:off x="1016009" y="2597150"/>
            <a:ext cx="4635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730500"/>
            <a:ext cx="463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KR1: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全平台智能客服平均自助解决率年度提升5个百分点。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111500"/>
            <a:ext cx="463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KR2: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意图识别准确率提升至95%以上。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492500"/>
            <a:ext cx="463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KR3: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全渠道用户咨询20秒内响应率稳定在95%以上。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873500"/>
            <a:ext cx="463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KR4: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完成语音客服机器人全业务线覆盖。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86500" y="1397000"/>
            <a:ext cx="51435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1651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921500" y="1587500"/>
            <a:ext cx="4254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O2：构建统一的智能服务智能体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40500" y="2032000"/>
            <a:ext cx="4635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对内实现全场景客服提效，对外完成服务能力开放与生态赋能。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418" flipH="false" flipV="false">
            <a:off x="6540509" y="2597150"/>
            <a:ext cx="4635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540500" y="2730500"/>
            <a:ext cx="463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KR1: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智能辅助工具在人工坐席渗透率达到100%。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40500" y="3111500"/>
            <a:ext cx="463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KR2: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完成统一智能体技术架构升级。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40500" y="3492500"/>
            <a:ext cx="463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KR3: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对外智能服务产品落地合作客户数量年度增长100%。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40500" y="3873500"/>
            <a:ext cx="4635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KR4: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全年输出服务场景产品优化建议不少于50条。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5880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6896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目标承接：直接承接集团级战略目标，通过技术赋能与服务提效，支撑业务高速增长。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810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第三层：部门级OKR（算法研发中心）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460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422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O1：持续迭代智能客服核心算法能力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1016009" y="1835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1968500"/>
            <a:ext cx="457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NLU核心模型完成3次年度大版本迭代，意图识别Top1准确率≥95%。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多轮对话引擎优化，Task Bot任务完成率提升至85%以上。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语音客服机器人算法优化，电话自助解决率年度提升8个百分点。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大模型客服场景落地，生成式回复准确率≥90%。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搭建全链路A/B实验体系，全年完成算法策略实验不少于100组。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270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1460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1422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O2：打造统一的算法能力中台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6604009" y="18351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604000" y="1968500"/>
            <a:ext cx="4572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  <a:defRPr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完成智能客服算法能力模块化封装，新场景算法部署周期缩短至10天以内。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智能辅助推荐算法优化，坐席答案采纳率提升至75%以上。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对外赋能算法解决方案标准化，定制化算法交付周期缩短50%。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304800">
              <a:lnSpc>
                <a:spcPct val="108333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知识图谱体系升级，覆盖全业务线95%以上的服务场景。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6096000"/>
            <a:ext cx="10668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81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第三层：部门级OKR（酒店业务线算法小组）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587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397000"/>
            <a:ext cx="952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Objective：</a:t>
            </a: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深耕酒店业务场景，打造行业领先的酒店智能客服解决方案，实现酒店业务线自助率与体验双提升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2984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794000"/>
            <a:ext cx="4381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KR1：自助解决率提升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年度提升5个百分点，从83%提升至88%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2667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13500" y="2984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21500" y="2794000"/>
            <a:ext cx="4381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KR2：核心场景多轮对话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入住、退改、发票等场景完成率≥92%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937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4064000"/>
            <a:ext cx="4381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KR3：商家端产品迭代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商家咨询自助解决率提升至80%以上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937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13500" y="4254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21500" y="4064000"/>
            <a:ext cx="4381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KR4：坐席辅助工具优化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智能辅助答案采纳率提升至80%以上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207000"/>
            <a:ext cx="10668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16000" y="5524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5334000"/>
            <a:ext cx="965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KR5：算法优化与实验落地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全年完成酒店场景专属算法优化不少于20项，落地A/B实验不少于30组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部门级OKR：运营与服务管理部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43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651000"/>
            <a:ext cx="431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O1：保障智能客服全业务线落地效果，推动核心指标达成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15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286000"/>
            <a:ext cx="4699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KR1：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全业务线智能客服知识库覆盖率≥99%，准确率≥98%。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KR2：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搭建全链路指标监控体系，核心指标异常预警响应时长≤10分钟。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KR3：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全年完成业务场景SOP优化不少于100项。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KR4：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用户反馈闭环处理率100%。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207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714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858000" y="1651000"/>
            <a:ext cx="431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O2：提升人工坐席服务效率与质量，实现降本增效目标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291" flipH="false" flipV="false">
            <a:off x="6477009" y="2152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77000" y="2286000"/>
            <a:ext cx="4699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KR1：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智能辅助工具坐席培训覆盖率100%。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KR2：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坐席服务质量质检合格率≥98%。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KR3：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全年完成坐席技能培训不少于48场。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KR4：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单坐席效能提升20%。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5562600"/>
            <a:ext cx="977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作为OKR体系的执行保障层，通过维护知识库准确性、监控核心指标及优化服务流程，确保算法与产品成果的有效落地。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81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第四层：核心业务线差异化OKR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5207000" cy="24765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460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422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酒店业务线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1841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打造酒店全生命周期智能服务体系，预订-入住-售后全流程智能化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4130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关键结果：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自助解决率年度提升5pct，年底≥88%，售后场景≥90%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预订咨询场景转化率提升5%，退改场景用户CSAT≥93%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酒店商家智能客服渗透率100%，商家自助解决率≥80%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270000"/>
            <a:ext cx="5207000" cy="24765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13500" y="1460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94500" y="1422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机票业务线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1841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实现出行全流程智能闭环，极致高效的自助服务，降低人工压力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24130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关键结果：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自助解决率年度提升3pct，年底≥90%，航班动态/值机≥95%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航班延误应急场景智能处理率≥85%，用户等待时长缩短50%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机票退改自动化率≥95%，人工介入率降至5%以内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937000"/>
            <a:ext cx="5207000" cy="24765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127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33500" y="4089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度假业务线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4508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适配非标复杂场景，提升多轮对话能力，让非标服务标准化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50800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关键结果：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自助解决率年度提升8pct，年底≥75%，行程咨询场景≥80%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多轮对话任务完成率≥82%，用户平均对话轮次降低20%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签证办理咨询自助解决率≥85%，材料审核自动化率≥90%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3937000"/>
            <a:ext cx="5207000" cy="2476500"/>
          </a:xfrm>
          <a:prstGeom prst="roundRect">
            <a:avLst>
              <a:gd name="adj" fmla="val 5128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13500" y="41275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794500" y="4089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商旅管理线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3500" y="45085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</a:t>
            </a:r>
            <a:r>
              <a:rPr lang="en-US" b="false" i="false" strike="noStrike" u="none" sz="14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打造企业差旅专属服务体系，适配企业政策，提升成本管控能力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3500" y="50800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关键结果：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自助解决率年度提升5pct，年底≥80%，差旅政策咨询≥90%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差旅审批流程自动化率≥90%，报销对接时长缩短80%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52400" marL="152400">
              <a:lnSpc>
                <a:spcPct val="100000"/>
              </a:lnSpc>
              <a:buClr>
                <a:srgbClr val="B0B0B0"/>
              </a:buClr>
              <a:buChar char="•"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企业客户服务满意度≥95%，助力企业平均差旅成本降低10%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04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第五层：个人级OKR示例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070100" y="1905000"/>
            <a:ext cx="762000" cy="762000"/>
          </a:xfrm>
          <a:prstGeom prst="ellipse">
            <a:avLst/>
          </a:prstGeom>
          <a:solidFill>
            <a:srgbClr val="00B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197100" y="2032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27940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算法工程师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3238500"/>
            <a:ext cx="23622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365500"/>
            <a:ext cx="3124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Q3前完成酒店场景意图识别模型迭代，Top1准确率从93%提升至</a:t>
            </a: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96%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，上线后可带来自助率提升≥1个百分点。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1651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02300" y="1905000"/>
            <a:ext cx="762000" cy="762000"/>
          </a:xfrm>
          <a:prstGeom prst="ellipse">
            <a:avLst/>
          </a:prstGeom>
          <a:solidFill>
            <a:srgbClr val="00B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829300" y="2032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521200" y="27940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产品经理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902200" y="3238500"/>
            <a:ext cx="23622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21200" y="3365500"/>
            <a:ext cx="3124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Q2前完成坐席工单自动生成功能设计与落地，坐席工单填写时长缩短</a:t>
            </a: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60%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，会话平均处理时长缩短</a:t>
            </a: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15%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6400" y="1651000"/>
            <a:ext cx="3378200" cy="3556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34500" y="1905000"/>
            <a:ext cx="762000" cy="762000"/>
          </a:xfrm>
          <a:prstGeom prst="ellipse">
            <a:avLst/>
          </a:prstGeom>
          <a:solidFill>
            <a:srgbClr val="00B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61500" y="20320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153400" y="27940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运营专员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534400" y="3238500"/>
            <a:ext cx="23622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53400" y="3365500"/>
            <a:ext cx="31242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每月完成酒店业务线售后场景知识库全量巡检，条目覆盖率</a:t>
            </a: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，准确率≥99%，全年更新条目不少于1万条。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651500"/>
            <a:ext cx="381000" cy="381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524000" y="5461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个人目标直接与上一级团队关键结果挂钩，确保全员对齐战略，实现价值共创。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27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04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778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OKR落地保障机制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2667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3302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590800" y="3556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406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纵向对齐+横向协同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97000" y="44450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打破部门壁垒，全员目标一致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0" y="3302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92800" y="3556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699000" y="406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全周期复盘迭代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44450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持续反馈优化，动态调整目标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874000" y="3302000"/>
            <a:ext cx="304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194800" y="3556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001000" y="4064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A/B实验与数据驱动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4445000"/>
            <a:ext cx="279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用数据验证方向，科学决策执行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OKR落地保障机制详解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B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095500" y="1905000"/>
            <a:ext cx="635000" cy="635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2667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纵向对齐+横向协同机制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175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建立“集团-事业群-部门-团队-个人”五级对齐机制。明确跨部门协作主责与协同部门，避免业务脱节。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78500" y="1905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2667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全周期复盘迭代机制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3175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通过周/月/季/年度复盘节奏，同步KR进度，解决执行问题，评估目标完成情况，动态调整策略方向。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61500" y="19050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255000" y="2667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A/B实验与数据驱动机制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3175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策略迭代需经A/B实验验证，仅上线可量化提升核心指标的方案。搭建全链路监控体系，实现实时数据追踪。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58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58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三大机制共同构成了OKR体系有效落地的坚实基础，确保目标一致、执行高效、结果可衡量。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79500" y="2222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841500" y="2095500"/>
            <a:ext cx="927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AI落地的瓶颈，从来都不是技术，而是目标管理。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2385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79500" y="3556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841500" y="3429000"/>
            <a:ext cx="927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OKR是让团队每个人与公司战略对齐的管理体系。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572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79500" y="48895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841500" y="4762500"/>
            <a:ext cx="927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清晰的目标、明确的分工、有效的保障机制是成功的关键。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BF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2413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3556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 spc="200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期待与您的进一步交流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